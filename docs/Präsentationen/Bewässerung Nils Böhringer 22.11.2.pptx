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02.11.2022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02.11.2022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Gewächshaus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260" y="1825625"/>
            <a:ext cx="5699539" cy="4351338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Selbst auf Rechnung kaufen</a:t>
            </a:r>
          </a:p>
          <a:p>
            <a:endParaRPr lang="de-DE" dirty="0"/>
          </a:p>
          <a:p>
            <a:r>
              <a:rPr lang="de-DE" dirty="0"/>
              <a:t>Wasseranschluss</a:t>
            </a:r>
          </a:p>
          <a:p>
            <a:pPr lvl="1"/>
            <a:r>
              <a:rPr lang="de-DE" dirty="0"/>
              <a:t>1-3l pro Pack pro Tag</a:t>
            </a:r>
          </a:p>
          <a:p>
            <a:pPr lvl="1"/>
            <a:r>
              <a:rPr lang="de-DE" dirty="0"/>
              <a:t>Dünger / EC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02.11.2022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20721A97-9268-6A3B-A0C9-32266507B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48" y="2030480"/>
            <a:ext cx="3153327" cy="315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32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D7EA4F60-1736-946E-369E-DB9BE78462F8}"/>
              </a:ext>
            </a:extLst>
          </p:cNvPr>
          <p:cNvSpPr txBox="1">
            <a:spLocks/>
          </p:cNvSpPr>
          <p:nvPr/>
        </p:nvSpPr>
        <p:spPr>
          <a:xfrm>
            <a:off x="5060759" y="1690688"/>
            <a:ext cx="6185282" cy="4544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  <a:p>
            <a:pPr marR="0">
              <a:lnSpc>
                <a:spcPct val="150000"/>
              </a:lnSpc>
            </a:pPr>
            <a:r>
              <a:rPr lang="de-DE" sz="2800" b="0" i="0" u="none" strike="noStrike" baseline="0" dirty="0">
                <a:solidFill>
                  <a:prstClr val="black"/>
                </a:solidFill>
                <a:latin typeface="Liberation Sans" panose="020B0604020202020204" pitchFamily="34" charset="0"/>
              </a:rPr>
              <a:t>Definierte Menge pro Wippe</a:t>
            </a:r>
          </a:p>
          <a:p>
            <a:pPr>
              <a:lnSpc>
                <a:spcPct val="150000"/>
              </a:lnSpc>
            </a:pPr>
            <a:r>
              <a:rPr lang="de-DE" dirty="0">
                <a:solidFill>
                  <a:prstClr val="black"/>
                </a:solidFill>
                <a:latin typeface="Liberation Sans" panose="020B0604020202020204" pitchFamily="34" charset="0"/>
              </a:rPr>
              <a:t>prellfreier </a:t>
            </a:r>
            <a:r>
              <a:rPr lang="de-DE" dirty="0" err="1">
                <a:solidFill>
                  <a:prstClr val="black"/>
                </a:solidFill>
                <a:latin typeface="Liberation Sans" panose="020B0604020202020204" pitchFamily="34" charset="0"/>
              </a:rPr>
              <a:t>Reedkontakt</a:t>
            </a:r>
            <a:endParaRPr lang="de-DE" sz="4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Sensor </a:t>
            </a:r>
            <a:r>
              <a:rPr lang="de-DE" dirty="0" err="1"/>
              <a:t>Node</a:t>
            </a:r>
            <a:r>
              <a:rPr lang="de-DE" dirty="0"/>
              <a:t> - Wassermengen Sensor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02.11.2022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1DBAA0-DEF3-2963-D898-0E73E43F2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744" y="2384936"/>
            <a:ext cx="2705999" cy="2705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35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Arbeitspakete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02.11.2022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5</a:t>
            </a:fld>
            <a:endParaRPr lang="de-DE"/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0F6807C-803E-54FB-7361-0E6C391F8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661711"/>
              </p:ext>
            </p:extLst>
          </p:nvPr>
        </p:nvGraphicFramePr>
        <p:xfrm>
          <a:off x="838193" y="2932311"/>
          <a:ext cx="10515615" cy="2137966"/>
        </p:xfrm>
        <a:graphic>
          <a:graphicData uri="http://schemas.openxmlformats.org/drawingml/2006/table">
            <a:tbl>
              <a:tblPr/>
              <a:tblGrid>
                <a:gridCol w="1858178">
                  <a:extLst>
                    <a:ext uri="{9D8B030D-6E8A-4147-A177-3AD203B41FA5}">
                      <a16:colId xmlns:a16="http://schemas.microsoft.com/office/drawing/2014/main" val="157817355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9148427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6910607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79498075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936963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659867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0477957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1209385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8875575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61930710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428900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33203118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5243387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5347549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58237603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21811538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2814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1396269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422533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7151286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6643616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9691852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6083140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4863325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99785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03563882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87487530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019460280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353732066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3441435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1586228314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660973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591233202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27912868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91780330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34725855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623063497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20958568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2718695919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84033741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4084052531"/>
                    </a:ext>
                  </a:extLst>
                </a:gridCol>
                <a:gridCol w="211157">
                  <a:extLst>
                    <a:ext uri="{9D8B030D-6E8A-4147-A177-3AD203B41FA5}">
                      <a16:colId xmlns:a16="http://schemas.microsoft.com/office/drawing/2014/main" val="3803479271"/>
                    </a:ext>
                  </a:extLst>
                </a:gridCol>
              </a:tblGrid>
              <a:tr h="453987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Arbeitspakete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Okt.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 Nov.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Dez.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 Jan.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Feb.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 Mrz.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Apr.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Mai.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Jun.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 Jul.</a:t>
                      </a:r>
                    </a:p>
                  </a:txBody>
                  <a:tcPr marL="5279" marR="5279" marT="5279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17371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Wassersensor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54979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EC-Sensor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98054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Einarbeitung Reinforcement Learning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05354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Aufbau/Kauf Gewächshaus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337182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HHN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43378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ED7D3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971730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Integration/Validierung Modell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906231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Messungen Betrieb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32278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weiteres Training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195026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weitere Integration/Validierung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148875"/>
                  </a:ext>
                </a:extLst>
              </a:tr>
              <a:tr h="153089"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Dokumentation/Meetings</a:t>
                      </a:r>
                    </a:p>
                  </a:txBody>
                  <a:tcPr marL="5279" marR="5279" marT="527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279" marR="5279" marT="5279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67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507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Office PowerPoint</Application>
  <PresentationFormat>Breitbild</PresentationFormat>
  <Paragraphs>535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Liberation Sans</vt:lpstr>
      <vt:lpstr>Office</vt:lpstr>
      <vt:lpstr>Ein Machine Learning basiertes Bewässerungssystem im geschützten Erdbeer-Anbau</vt:lpstr>
      <vt:lpstr>Projektziel</vt:lpstr>
      <vt:lpstr>Gewächshaus</vt:lpstr>
      <vt:lpstr>Sensor Node - Wassermengen Sensor</vt:lpstr>
      <vt:lpstr>Arbeitspakete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Nils Böhringer</cp:lastModifiedBy>
  <cp:revision>5</cp:revision>
  <dcterms:created xsi:type="dcterms:W3CDTF">2022-10-13T03:57:49Z</dcterms:created>
  <dcterms:modified xsi:type="dcterms:W3CDTF">2022-11-03T18:25:11Z</dcterms:modified>
</cp:coreProperties>
</file>