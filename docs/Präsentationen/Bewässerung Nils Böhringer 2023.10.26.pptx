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26.10.2023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26.10.2023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Veröffentlichung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6394"/>
            <a:ext cx="10167524" cy="3441714"/>
          </a:xfrm>
        </p:spPr>
        <p:txBody>
          <a:bodyPr/>
          <a:lstStyle/>
          <a:p>
            <a:r>
              <a:rPr lang="de-DE" dirty="0"/>
              <a:t>Erscheint in Deutsch und Englisch</a:t>
            </a:r>
          </a:p>
          <a:p>
            <a:r>
              <a:rPr lang="de-DE" dirty="0"/>
              <a:t>nur noch kontinuierliche, online Veröffentlichung</a:t>
            </a:r>
          </a:p>
          <a:p>
            <a:r>
              <a:rPr lang="de-DE" dirty="0"/>
              <a:t>keine Veröffentlichungskosten</a:t>
            </a:r>
          </a:p>
          <a:p>
            <a:r>
              <a:rPr lang="de-DE" dirty="0"/>
              <a:t>2-3 Wochen Vorlauf bis zum Peer-Review-Prozess</a:t>
            </a:r>
          </a:p>
          <a:p>
            <a:r>
              <a:rPr lang="de-DE" dirty="0"/>
              <a:t>Telefonat mit Kuratorin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26.10.2023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FE392D-A734-FF97-79B4-E70B6A718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37" y="1894330"/>
            <a:ext cx="5267325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25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Remote Zugriff auf Rechner an HHN</a:t>
            </a:r>
          </a:p>
          <a:p>
            <a:r>
              <a:rPr lang="de-DE" dirty="0"/>
              <a:t>Anpassung des </a:t>
            </a:r>
            <a:r>
              <a:rPr lang="de-DE" dirty="0" err="1"/>
              <a:t>Conservative</a:t>
            </a:r>
            <a:r>
              <a:rPr lang="de-DE" dirty="0"/>
              <a:t> Q-Learning Skripts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26.10.2023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5161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Zeitplan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26.10.2023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  <p:graphicFrame>
        <p:nvGraphicFramePr>
          <p:cNvPr id="10" name="Objekt 9">
            <a:extLst>
              <a:ext uri="{FF2B5EF4-FFF2-40B4-BE49-F238E27FC236}">
                <a16:creationId xmlns:a16="http://schemas.microsoft.com/office/drawing/2014/main" id="{B12BE13A-2A74-8EF0-6F88-31E2B6CB07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066690"/>
              </p:ext>
            </p:extLst>
          </p:nvPr>
        </p:nvGraphicFramePr>
        <p:xfrm>
          <a:off x="1150620" y="2137569"/>
          <a:ext cx="9525000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524912" imgH="1885950" progId="Excel.Sheet.12">
                  <p:embed/>
                </p:oleObj>
              </mc:Choice>
              <mc:Fallback>
                <p:oleObj name="Worksheet" r:id="rId2" imgW="9524912" imgH="188595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0620" y="2137569"/>
                        <a:ext cx="9525000" cy="188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1077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Breitbild</PresentationFormat>
  <Paragraphs>29</Paragraphs>
  <Slides>5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Microsoft Excel-Arbeitsblatt</vt:lpstr>
      <vt:lpstr>Ein Machine Learning basiertes Bewässerungssystem im geschützten Erdbeer-Anbau</vt:lpstr>
      <vt:lpstr>Projektziel</vt:lpstr>
      <vt:lpstr>Veröffentlichung</vt:lpstr>
      <vt:lpstr>Aktuell</vt:lpstr>
      <vt:lpstr>Zeitplan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Boehringer, Nils</cp:lastModifiedBy>
  <cp:revision>4</cp:revision>
  <dcterms:created xsi:type="dcterms:W3CDTF">2022-10-13T03:57:49Z</dcterms:created>
  <dcterms:modified xsi:type="dcterms:W3CDTF">2023-10-26T08:52:40Z</dcterms:modified>
</cp:coreProperties>
</file>