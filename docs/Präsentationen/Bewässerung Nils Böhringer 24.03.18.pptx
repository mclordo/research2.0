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18.03.2024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18.03.2024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Aktuelles Training - Zeitvorhersage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kaum Erfolg</a:t>
            </a:r>
          </a:p>
          <a:p>
            <a:pPr lvl="1"/>
            <a:r>
              <a:rPr lang="de-DE" dirty="0"/>
              <a:t>Training stagniert nach ca. 100 Episoden</a:t>
            </a:r>
          </a:p>
          <a:p>
            <a:pPr lvl="1"/>
            <a:r>
              <a:rPr lang="de-DE" dirty="0"/>
              <a:t>Weit weg von gewünschtem Ergebnis</a:t>
            </a:r>
          </a:p>
          <a:p>
            <a:pPr lvl="1"/>
            <a:endParaRPr lang="de-DE" dirty="0"/>
          </a:p>
          <a:p>
            <a:r>
              <a:rPr lang="de-DE" dirty="0"/>
              <a:t>Unterschiedliche Observation</a:t>
            </a:r>
          </a:p>
          <a:p>
            <a:pPr lvl="1"/>
            <a:r>
              <a:rPr lang="de-DE" dirty="0"/>
              <a:t>Addiert</a:t>
            </a:r>
          </a:p>
          <a:p>
            <a:pPr lvl="1"/>
            <a:r>
              <a:rPr lang="de-DE" dirty="0"/>
              <a:t>Ohne Vorverarbeitung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18.03.2024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25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8A7E2-83A2-869B-BA72-E5BA4CFE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C2AFA-F0E1-B78E-5B52-1A9CAAD4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Aktuelles Training - 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2B007-9764-14F7-2F85-BDEC9501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Modell weicht von aufgezeichneten Daten ab</a:t>
            </a:r>
          </a:p>
          <a:p>
            <a:pPr lvl="1"/>
            <a:r>
              <a:rPr lang="de-DE" dirty="0"/>
              <a:t>Mache Tage passen, andere überhaupt nicht</a:t>
            </a:r>
          </a:p>
          <a:p>
            <a:pPr lvl="1"/>
            <a:endParaRPr lang="de-DE" dirty="0"/>
          </a:p>
          <a:p>
            <a:r>
              <a:rPr lang="de-DE" dirty="0"/>
              <a:t>Trotzdem Training starten?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E98B8C-1923-95A5-C6B7-EA3F31D8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18.03.2024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528BFC-CAD5-E838-FF18-2FB322D1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7504C6-2882-1F23-381F-DE48C3CD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80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6C19-E229-69CF-9F27-A90B3E07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E4321-86A1-856F-EF9F-366D409E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Paper Veröffentlichung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1D02CB-DEA5-260E-1940-A1117269B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 Backup</a:t>
            </a:r>
          </a:p>
          <a:p>
            <a:pPr lvl="1"/>
            <a:r>
              <a:rPr lang="de-DE" dirty="0"/>
              <a:t>Landtechnik / agricultural-engineering.eu</a:t>
            </a:r>
          </a:p>
          <a:p>
            <a:r>
              <a:rPr lang="de-DE" dirty="0"/>
              <a:t>Irrigation </a:t>
            </a:r>
            <a:r>
              <a:rPr lang="de-DE" dirty="0" err="1"/>
              <a:t>Sience</a:t>
            </a:r>
            <a:r>
              <a:rPr lang="de-DE" dirty="0"/>
              <a:t> – Springer</a:t>
            </a:r>
          </a:p>
          <a:p>
            <a:pPr lvl="1"/>
            <a:r>
              <a:rPr lang="de-DE" dirty="0"/>
              <a:t>Per </a:t>
            </a:r>
            <a:r>
              <a:rPr lang="de-DE" dirty="0" err="1"/>
              <a:t>e-mail</a:t>
            </a:r>
            <a:r>
              <a:rPr lang="de-DE" dirty="0"/>
              <a:t> angefragt</a:t>
            </a:r>
          </a:p>
          <a:p>
            <a:pPr lvl="1"/>
            <a:r>
              <a:rPr lang="de-DE" dirty="0"/>
              <a:t>„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decision</a:t>
            </a:r>
            <a:r>
              <a:rPr lang="de-DE" dirty="0"/>
              <a:t>“ 12-Tage</a:t>
            </a:r>
          </a:p>
          <a:p>
            <a:pPr lvl="1"/>
            <a:r>
              <a:rPr lang="de-DE" dirty="0"/>
              <a:t>H-Index 80</a:t>
            </a:r>
          </a:p>
          <a:p>
            <a:pPr lvl="1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1B8102-DC60-5612-2C76-9A2F864B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18.03.2024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21090-CE53-EC82-3846-8707E9F6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63560D-0A05-836E-2991-BC01D783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94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Breitbild</PresentationFormat>
  <Paragraphs>39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Aktuelles Training - Zeitvorhersage</vt:lpstr>
      <vt:lpstr>Aktuelles Training - Modell</vt:lpstr>
      <vt:lpstr>Paper Veröffentlichung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4</cp:revision>
  <dcterms:created xsi:type="dcterms:W3CDTF">2022-10-13T03:57:49Z</dcterms:created>
  <dcterms:modified xsi:type="dcterms:W3CDTF">2024-03-18T14:49:08Z</dcterms:modified>
</cp:coreProperties>
</file>