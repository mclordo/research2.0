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0" r:id="rId5"/>
    <p:sldId id="258" r:id="rId6"/>
    <p:sldId id="257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12.09.2023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Bisherige Arbeiten: Temperatur, Bodenfeuchtigkeit, relative Luftfeuchtigkeit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In der Praxis: Drain wird schon gesammelt und auf EC/PH-Wert überprüft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32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EA4F60-1736-946E-369E-DB9BE78462F8}"/>
              </a:ext>
            </a:extLst>
          </p:cNvPr>
          <p:cNvSpPr txBox="1">
            <a:spLocks/>
          </p:cNvSpPr>
          <p:nvPr/>
        </p:nvSpPr>
        <p:spPr>
          <a:xfrm>
            <a:off x="5733640" y="1811964"/>
            <a:ext cx="6185282" cy="4544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marR="0"/>
            <a:r>
              <a:rPr lang="de-DE" sz="2800" b="0" i="0" u="none" strike="noStrike" dirty="0" err="1">
                <a:solidFill>
                  <a:prstClr val="black"/>
                </a:solidFill>
                <a:latin typeface="Liberation Sans" panose="020B0604020202020204" pitchFamily="34" charset="0"/>
              </a:rPr>
              <a:t>LoRaWAN</a:t>
            </a:r>
            <a:r>
              <a:rPr lang="de-DE" sz="2800" b="0" i="0" u="none" strike="noStrike" dirty="0">
                <a:solidFill>
                  <a:prstClr val="black"/>
                </a:solidFill>
                <a:latin typeface="Liberation Sans" panose="020B0604020202020204" pitchFamily="34" charset="0"/>
              </a:rPr>
              <a:t> TTN </a:t>
            </a:r>
            <a:r>
              <a:rPr lang="de-DE" sz="2800" b="0" i="0" u="none" strike="noStrike" dirty="0" err="1">
                <a:solidFill>
                  <a:prstClr val="black"/>
                </a:solidFill>
                <a:latin typeface="Liberation Sans" panose="020B0604020202020204" pitchFamily="34" charset="0"/>
              </a:rPr>
              <a:t>Sensornode</a:t>
            </a:r>
            <a:endParaRPr lang="de-DE" sz="3600" b="0" i="0" u="none" strike="noStrike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R="0"/>
            <a:r>
              <a:rPr lang="de-DE" sz="2800" b="0" i="0" u="none" strike="noStrike" baseline="0" dirty="0">
                <a:solidFill>
                  <a:prstClr val="black"/>
                </a:solidFill>
                <a:latin typeface="Liberation Sans" panose="020B0604020202020204" pitchFamily="34" charset="0"/>
              </a:rPr>
              <a:t>Prozessor ESP32 + Transceiver SX1276</a:t>
            </a:r>
          </a:p>
          <a:p>
            <a:pPr marR="0"/>
            <a:r>
              <a:rPr lang="de-DE" strike="sngStrike" dirty="0">
                <a:solidFill>
                  <a:prstClr val="black"/>
                </a:solidFill>
                <a:latin typeface="Liberation Sans" panose="020B0604020202020204" pitchFamily="34" charset="0"/>
              </a:rPr>
              <a:t>STM32</a:t>
            </a:r>
            <a:endParaRPr lang="de-DE" sz="3600" b="0" i="0" u="none" strike="sngStrike" baseline="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R="0"/>
            <a:r>
              <a:rPr lang="de-DE" sz="2800" b="0" i="0" u="none" strike="noStrike" baseline="0" dirty="0">
                <a:solidFill>
                  <a:prstClr val="black"/>
                </a:solidFill>
                <a:latin typeface="Liberation Sans" panose="020B0604020202020204" pitchFamily="34" charset="0"/>
              </a:rPr>
              <a:t>Kartenrandsteckverbinder</a:t>
            </a:r>
            <a:endParaRPr lang="de-DE" sz="3600" b="0" i="0" u="none" strike="noStrike" baseline="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R="0"/>
            <a:r>
              <a:rPr lang="de-DE" sz="2800" b="0" i="0" u="none" strike="noStrike" baseline="0" dirty="0">
                <a:solidFill>
                  <a:prstClr val="black"/>
                </a:solidFill>
                <a:latin typeface="Liberation Sans" panose="020B0604020202020204" pitchFamily="34" charset="0"/>
              </a:rPr>
              <a:t>4 Sensorslots</a:t>
            </a:r>
            <a:endParaRPr lang="de-DE" sz="3600" b="0" i="0" u="none" strike="noStrike" baseline="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pic>
        <p:nvPicPr>
          <p:cNvPr id="14" name="Inhaltsplatzhalter 13">
            <a:extLst>
              <a:ext uri="{FF2B5EF4-FFF2-40B4-BE49-F238E27FC236}">
                <a16:creationId xmlns:a16="http://schemas.microsoft.com/office/drawing/2014/main" id="{203D586F-0373-6063-74A6-3C3D31176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698741"/>
            <a:ext cx="4173274" cy="1258947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BD199BC-F80A-CB28-1182-A1D6805C6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3600450" cy="270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5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Einarbeitung in </a:t>
            </a:r>
            <a:r>
              <a:rPr lang="de-DE" dirty="0" err="1"/>
              <a:t>Machine</a:t>
            </a:r>
            <a:r>
              <a:rPr lang="de-DE" dirty="0"/>
              <a:t> Learning</a:t>
            </a:r>
          </a:p>
          <a:p>
            <a:pPr lvl="1"/>
            <a:r>
              <a:rPr lang="de-DE" dirty="0"/>
              <a:t>Auswahl geeigneter  Algorithmen/ Methoden</a:t>
            </a:r>
          </a:p>
          <a:p>
            <a:r>
              <a:rPr lang="de-DE" dirty="0"/>
              <a:t>Sensor Integration in </a:t>
            </a:r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  <a:p>
            <a:pPr lvl="1"/>
            <a:r>
              <a:rPr lang="de-DE" dirty="0"/>
              <a:t>Ermitteln von zuverlässiger, preiswerter </a:t>
            </a:r>
            <a:r>
              <a:rPr lang="de-DE" dirty="0" err="1"/>
              <a:t>Drainmessung</a:t>
            </a:r>
            <a:endParaRPr lang="de-DE" dirty="0"/>
          </a:p>
          <a:p>
            <a:pPr lvl="1"/>
            <a:r>
              <a:rPr lang="de-DE" dirty="0"/>
              <a:t>EC/PH-Wert Messung</a:t>
            </a:r>
          </a:p>
          <a:p>
            <a:r>
              <a:rPr lang="de-DE" dirty="0"/>
              <a:t>Akquirieren von Messdaten</a:t>
            </a:r>
          </a:p>
          <a:p>
            <a:pPr lvl="1"/>
            <a:r>
              <a:rPr lang="de-DE" dirty="0"/>
              <a:t>Warten bis März (Beginn Erdbeer-Saison)</a:t>
            </a:r>
          </a:p>
          <a:p>
            <a:pPr lvl="1"/>
            <a:r>
              <a:rPr lang="de-DE" dirty="0"/>
              <a:t>Kleines beheiztes/Indoor Gewächshaus </a:t>
            </a:r>
          </a:p>
          <a:p>
            <a:pPr lvl="1"/>
            <a:r>
              <a:rPr lang="de-DE" dirty="0"/>
              <a:t>4 Monate Gurkendaten (Costa Rica)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507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Entwicklung/Training des Algorithmus</a:t>
            </a:r>
          </a:p>
          <a:p>
            <a:pPr lvl="1"/>
            <a:endParaRPr lang="de-DE" dirty="0"/>
          </a:p>
          <a:p>
            <a:r>
              <a:rPr lang="de-DE" dirty="0"/>
              <a:t>Implementierung/Validierung des Algorithmus</a:t>
            </a:r>
          </a:p>
          <a:p>
            <a:pPr lvl="1"/>
            <a:r>
              <a:rPr lang="de-DE" dirty="0"/>
              <a:t>Anbindung an bestehendes Bewässerungssystem</a:t>
            </a:r>
          </a:p>
          <a:p>
            <a:pPr lvl="1"/>
            <a:r>
              <a:rPr lang="de-DE" dirty="0"/>
              <a:t>Vergleich mit herkömmlicher Bewässerungsmethode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43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Überblick über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Leraning</a:t>
            </a:r>
            <a:r>
              <a:rPr lang="de-DE" dirty="0"/>
              <a:t> schaffen</a:t>
            </a:r>
          </a:p>
          <a:p>
            <a:r>
              <a:rPr lang="de-DE" dirty="0"/>
              <a:t>Sensor </a:t>
            </a:r>
            <a:r>
              <a:rPr lang="de-DE" dirty="0" err="1"/>
              <a:t>Integartion</a:t>
            </a:r>
            <a:endParaRPr lang="de-DE" dirty="0"/>
          </a:p>
          <a:p>
            <a:r>
              <a:rPr lang="de-DE" dirty="0"/>
              <a:t>Erstellen 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12.09.2023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825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Breitbild</PresentationFormat>
  <Paragraphs>57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Liberation Sans</vt:lpstr>
      <vt:lpstr>Office</vt:lpstr>
      <vt:lpstr>Ein Machine Learning basiertes Bewässerungssystem im geschützten Erdbeer-Anbau</vt:lpstr>
      <vt:lpstr>Projektziel</vt:lpstr>
      <vt:lpstr>Motivation</vt:lpstr>
      <vt:lpstr>LoRa Sensor Node</vt:lpstr>
      <vt:lpstr>Arbeitspakete</vt:lpstr>
      <vt:lpstr>Arbeitspakete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2</cp:revision>
  <dcterms:created xsi:type="dcterms:W3CDTF">2022-10-13T03:57:49Z</dcterms:created>
  <dcterms:modified xsi:type="dcterms:W3CDTF">2023-09-12T08:00:10Z</dcterms:modified>
</cp:coreProperties>
</file>