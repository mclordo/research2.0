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6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2" y="10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F88FAE-25FD-9A2F-FDA3-3F66E241BC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6101050-111D-9EF5-6345-37278DE819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B21888-197F-5FE0-A437-BAA886FB2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12.09.2023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FA475FA-51AC-188D-D1DF-BC5C0D642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682C95F-32C8-8F1D-7791-80F239B29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8676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C30E08-FC7C-A0FB-8227-C3364F453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21C22FA-9569-022A-5116-FF64900C3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FACDCA-FEC2-541E-E5A3-CD9FDD9CA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12.09.2023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8D26C97-D8E7-9AB0-2F46-BD20CAA7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D7CA2DF-D65A-61A8-B375-82C31BFCC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7937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46EB1C-ECBE-6DC5-3D52-3CF0C0D02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98B53F-46B2-A2A9-AFE0-257442E0B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824F9BE-1F9F-9493-DEC7-0A2D26412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12.09.2023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9D9049C-2331-2BC0-22FF-91DED9EEA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641DFD2-19C3-843E-34E3-F1909C49C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6453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A44443-A923-DBB1-1408-A652FBDAA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14772E6-6E13-E561-EF58-C7C18C00C6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38C53BD-2FB9-972D-9D04-5B315CF3A9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6C72576-AF91-8ABB-0233-9168A1121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12.09.2023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9E2F1CB-5943-982B-D36D-A4BA6F2AD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7068C72-E0F2-6B69-C189-8119CE069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8443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A487BF-8C51-537C-8936-E2E7F29DA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2C064F5-F32A-B1B0-0449-D2B68A2F1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4B4CE91-ECB7-0726-DB9A-9F390F9A81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8DDEC7C-1C33-462B-A4F9-1A548FF97E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33CF77E-3AB1-E3CF-79B1-E1CF77C1BB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387EA39-037B-BB24-9DAB-4934CB974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12.09.2023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8376A6A-22E1-10DF-4DDC-88E2ABD7F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F15F3AC-E465-A50A-F219-AA0CB47E9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4119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2F36A9-BFE5-27A4-96DE-2BAB910A9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7AD8C0E-9EA7-FA82-A7D1-CCB00E8E0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12.09.2023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8C56693-EA35-61FC-D5CB-33FBA780B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90F88D0-EB97-BF1F-BB0A-03A623C2B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5567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A3A5EE4-AA48-2408-D8F3-85C265BAF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12.09.2023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BD76DD2-C788-6BC8-5885-F9ABAEE61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4159A1B-7C8C-F077-94B6-6FCC25744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4545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7EB11B-986A-B128-5A20-C43C0037E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A88E5BB-8224-A693-E9B1-FFB290B53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B07AA37-745B-701C-FB09-5121CED333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6432B1A-A5EC-0249-F32E-2731F1591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12.09.2023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68AC52F-3CD8-3A14-E007-B3AFE8AD3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BA5FC27-DE4F-9F4A-62FD-D26028DF1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465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77299B-234D-44BC-DBBA-D12309479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D300FC7-2079-F991-EEFF-86EF7B7169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A2ED1AC-DDF1-414B-122D-2FFBD3A504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89A04B4-02BD-55B1-21E2-F6E7EBD15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12.09.2023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8846DD1-34C7-EBAB-0B7C-695E0B69E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01E90D7-E646-5DBE-FAE3-6E64C5924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7792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A5625C-DF05-2FD7-0371-92B8857FE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ABB88F1-A6DA-B4BF-5A3B-9E2F65136E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5ED2672-EBA6-473F-9D27-36D985F86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12.09.2023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3FD58A4-66CD-3D05-E905-D1840039C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D855482-8A8E-405F-7DB3-419CA50F9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7162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061B0F9-62D2-E99B-C8E0-EA535738D9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5334B5E-C661-D80D-F815-17EC572D16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1A18AF6-88F1-D4FA-5CBC-5B90DB03F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12.09.2023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05D5D59-965E-1FD7-161F-4203935E5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291C36F-029B-FC3E-FA29-46A333FB8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6478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039FBDF-8E86-AED3-3183-EF0A81B02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8457C92-F592-BFEA-FD24-5E1A3556F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DE293E1-9ECC-4325-962E-AFBB96343B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B1F1A1-E683-4AE0-BED5-F2FD613BCC3A}" type="datetimeFigureOut">
              <a:rPr lang="de-DE" smtClean="0"/>
              <a:t>12.09.2023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BABC50-2E0B-6BE2-9755-C2684FEEC9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19F63A5-4F86-60C4-69CD-BB503D8462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631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487721-8B38-5C01-7014-034977E4A4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0725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547A926-9149-A395-6438-A4858C355C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928"/>
            <a:ext cx="9144000" cy="1655762"/>
          </a:xfrm>
        </p:spPr>
        <p:txBody>
          <a:bodyPr/>
          <a:lstStyle/>
          <a:p>
            <a:endParaRPr lang="de-DE" dirty="0"/>
          </a:p>
          <a:p>
            <a:r>
              <a:rPr lang="de-DE" dirty="0"/>
              <a:t>Nils Böhringer</a:t>
            </a:r>
          </a:p>
        </p:txBody>
      </p:sp>
    </p:spTree>
    <p:extLst>
      <p:ext uri="{BB962C8B-B14F-4D97-AF65-F5344CB8AC3E}">
        <p14:creationId xmlns:p14="http://schemas.microsoft.com/office/powerpoint/2010/main" val="3039924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B7639D-8041-7F3E-427D-AEE0DCBCA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Projektziel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CD97D1-26C4-72DD-5A3B-944B73DEF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de-DE" dirty="0"/>
              <a:t>Implementierung eines </a:t>
            </a:r>
            <a:r>
              <a:rPr lang="de-DE" dirty="0" err="1"/>
              <a:t>Machine</a:t>
            </a:r>
            <a:r>
              <a:rPr lang="de-DE" dirty="0"/>
              <a:t> Learning Algorithmus welcher auf Basis des Drain einer Erdbeer-Substartkultur automatisch die Bewässerungszeiten bestimmt</a:t>
            </a:r>
          </a:p>
          <a:p>
            <a:pPr marL="0" indent="0">
              <a:buNone/>
            </a:pPr>
            <a:endParaRPr lang="de-DE" dirty="0"/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E102E8-A847-49D7-4218-745E24100E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C802FAD-562E-4BE8-B850-EB01E0F3E0DB}" type="datetime1">
              <a:rPr lang="de-DE" smtClean="0"/>
              <a:t>12.09.2023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A9927F-DDEC-2D65-F0A3-F80268A37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513694-CBF0-9FB7-B0A4-9353C338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C073FD1-58EC-4DE9-9EA3-1DE3CC454F84}" type="slidenum">
              <a:rPr lang="de-DE" smtClean="0"/>
              <a:t>2</a:t>
            </a:fld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9BDE27D-7220-0E5E-3B8D-0DA279599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529" y="3429000"/>
            <a:ext cx="2976360" cy="223227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024A3C48-18BE-B349-2A9D-75D7789A9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1521" y="3918891"/>
            <a:ext cx="2377552" cy="125248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Pfeil: nach rechts 12">
            <a:extLst>
              <a:ext uri="{FF2B5EF4-FFF2-40B4-BE49-F238E27FC236}">
                <a16:creationId xmlns:a16="http://schemas.microsoft.com/office/drawing/2014/main" id="{7B25F19E-927C-DA01-3F1B-1E00DF096B91}"/>
              </a:ext>
            </a:extLst>
          </p:cNvPr>
          <p:cNvSpPr/>
          <p:nvPr/>
        </p:nvSpPr>
        <p:spPr>
          <a:xfrm>
            <a:off x="4506794" y="4475401"/>
            <a:ext cx="347636" cy="1406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A074FC76-6784-7D0D-247C-55B14CD2BEC0}"/>
              </a:ext>
            </a:extLst>
          </p:cNvPr>
          <p:cNvSpPr/>
          <p:nvPr/>
        </p:nvSpPr>
        <p:spPr>
          <a:xfrm>
            <a:off x="4952335" y="4100009"/>
            <a:ext cx="1106147" cy="86730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err="1"/>
              <a:t>LoRa</a:t>
            </a:r>
            <a:r>
              <a:rPr lang="de-DE" dirty="0"/>
              <a:t> Sensor </a:t>
            </a:r>
            <a:r>
              <a:rPr lang="de-DE" dirty="0" err="1"/>
              <a:t>Node</a:t>
            </a:r>
            <a:endParaRPr lang="de-DE" dirty="0"/>
          </a:p>
        </p:txBody>
      </p:sp>
      <p:sp>
        <p:nvSpPr>
          <p:cNvPr id="16" name="Pfeil: nach rechts 15">
            <a:extLst>
              <a:ext uri="{FF2B5EF4-FFF2-40B4-BE49-F238E27FC236}">
                <a16:creationId xmlns:a16="http://schemas.microsoft.com/office/drawing/2014/main" id="{14977348-695B-F84C-C10F-B13DDB4D35D1}"/>
              </a:ext>
            </a:extLst>
          </p:cNvPr>
          <p:cNvSpPr/>
          <p:nvPr/>
        </p:nvSpPr>
        <p:spPr>
          <a:xfrm>
            <a:off x="6156387" y="4474798"/>
            <a:ext cx="347636" cy="1406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C63B17CB-A56A-011F-F8C9-73CD2D7ABEA6}"/>
              </a:ext>
            </a:extLst>
          </p:cNvPr>
          <p:cNvSpPr/>
          <p:nvPr/>
        </p:nvSpPr>
        <p:spPr>
          <a:xfrm>
            <a:off x="6601928" y="4111479"/>
            <a:ext cx="1106147" cy="86730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ML </a:t>
            </a:r>
            <a:r>
              <a:rPr lang="de-DE" dirty="0" err="1"/>
              <a:t>Algorit-hmus</a:t>
            </a:r>
            <a:endParaRPr lang="de-DE" dirty="0"/>
          </a:p>
        </p:txBody>
      </p:sp>
      <p:sp>
        <p:nvSpPr>
          <p:cNvPr id="18" name="Pfeil: nach rechts 17">
            <a:extLst>
              <a:ext uri="{FF2B5EF4-FFF2-40B4-BE49-F238E27FC236}">
                <a16:creationId xmlns:a16="http://schemas.microsoft.com/office/drawing/2014/main" id="{31B5C8F8-B7D9-29C1-19F3-D908DD2CF167}"/>
              </a:ext>
            </a:extLst>
          </p:cNvPr>
          <p:cNvSpPr/>
          <p:nvPr/>
        </p:nvSpPr>
        <p:spPr>
          <a:xfrm>
            <a:off x="7805980" y="4480612"/>
            <a:ext cx="347636" cy="1406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0816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B7639D-8041-7F3E-427D-AEE0DCBCA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Nächste Schritte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CD97D1-26C4-72DD-5A3B-944B73DEF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E102E8-A847-49D7-4218-745E24100E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C802FAD-562E-4BE8-B850-EB01E0F3E0DB}" type="datetime1">
              <a:rPr lang="de-DE" smtClean="0"/>
              <a:t>12.09.2023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A9927F-DDEC-2D65-F0A3-F80268A37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513694-CBF0-9FB7-B0A4-9353C338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C073FD1-58EC-4DE9-9EA3-1DE3CC454F84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8256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</Words>
  <Application>Microsoft Office PowerPoint</Application>
  <PresentationFormat>Breitbild</PresentationFormat>
  <Paragraphs>15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</vt:lpstr>
      <vt:lpstr>Ein Machine Learning basiertes Bewässerungssystem im geschützten Erdbeer-Anbau</vt:lpstr>
      <vt:lpstr>Projektziel</vt:lpstr>
      <vt:lpstr>Nächste Schritte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Ein Machine Learning basiertes Bewässerungssystem im geschützten Erdbeer-Anbau</dc:title>
  <dc:creator>Nils Boehringer</dc:creator>
  <cp:lastModifiedBy>Nils Böhringer</cp:lastModifiedBy>
  <cp:revision>3</cp:revision>
  <dcterms:created xsi:type="dcterms:W3CDTF">2022-10-13T03:57:49Z</dcterms:created>
  <dcterms:modified xsi:type="dcterms:W3CDTF">2023-09-12T09:18:20Z</dcterms:modified>
</cp:coreProperties>
</file>