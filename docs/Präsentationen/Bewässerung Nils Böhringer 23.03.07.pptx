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9" r:id="rId5"/>
    <p:sldId id="265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07.03.2023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07.03.2023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Gewächshaus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07.03.2023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63D85D1-BE54-964F-B9DB-FF8DD5A04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1842" y="1766957"/>
            <a:ext cx="3671957" cy="4410006"/>
          </a:xfrm>
        </p:spPr>
        <p:txBody>
          <a:bodyPr/>
          <a:lstStyle/>
          <a:p>
            <a:r>
              <a:rPr lang="de-DE" dirty="0"/>
              <a:t>Bestäubungsproblem</a:t>
            </a:r>
          </a:p>
          <a:p>
            <a:pPr lvl="1"/>
            <a:r>
              <a:rPr lang="de-DE" dirty="0"/>
              <a:t>Geringer Ertrag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	</a:t>
            </a:r>
          </a:p>
        </p:txBody>
      </p:sp>
      <p:pic>
        <p:nvPicPr>
          <p:cNvPr id="9" name="Grafik 8" descr="Ein Bild, das drinnen, Pflanze, Blume, Gemüse enthält.&#10;&#10;Automatisch generierte Beschreibung">
            <a:extLst>
              <a:ext uri="{FF2B5EF4-FFF2-40B4-BE49-F238E27FC236}">
                <a16:creationId xmlns:a16="http://schemas.microsoft.com/office/drawing/2014/main" id="{D7DD5567-B524-D9BC-4730-49311A0256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0" t="17383" r="9807" b="25788"/>
          <a:stretch/>
        </p:blipFill>
        <p:spPr>
          <a:xfrm>
            <a:off x="5433137" y="2810564"/>
            <a:ext cx="1918709" cy="1893957"/>
          </a:xfrm>
          <a:prstGeom prst="rect">
            <a:avLst/>
          </a:prstGeom>
        </p:spPr>
      </p:pic>
      <p:pic>
        <p:nvPicPr>
          <p:cNvPr id="11" name="Grafik 10" descr="Ein Bild, das drinnen, Phase, Szene, lila enthält.&#10;&#10;Automatisch generierte Beschreibung">
            <a:extLst>
              <a:ext uri="{FF2B5EF4-FFF2-40B4-BE49-F238E27FC236}">
                <a16:creationId xmlns:a16="http://schemas.microsoft.com/office/drawing/2014/main" id="{F9D9DEC9-C064-8BF1-0A7F-9A9FC7B45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79" y="2069213"/>
            <a:ext cx="4320655" cy="324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0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256"/>
            <a:ext cx="10515600" cy="1325563"/>
          </a:xfrm>
        </p:spPr>
        <p:txBody>
          <a:bodyPr/>
          <a:lstStyle/>
          <a:p>
            <a:r>
              <a:rPr lang="de-DE" dirty="0"/>
              <a:t>Aufgezeichnete Daten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07.03.2023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A384BE5-5A77-334B-7B46-82C663124A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7" name="Inhaltsplatzhalter 16">
            <a:extLst>
              <a:ext uri="{FF2B5EF4-FFF2-40B4-BE49-F238E27FC236}">
                <a16:creationId xmlns:a16="http://schemas.microsoft.com/office/drawing/2014/main" id="{3AFB680E-1249-46C9-D7E7-2100708B7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512" y="3969548"/>
            <a:ext cx="9112633" cy="1477095"/>
          </a:xfr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6821F63-EB51-2333-51CA-A458C0B5A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11" y="1889408"/>
            <a:ext cx="9112633" cy="1487657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E1B514C8-B7BE-BF32-B47A-58783655FF3C}"/>
              </a:ext>
            </a:extLst>
          </p:cNvPr>
          <p:cNvSpPr txBox="1"/>
          <p:nvPr/>
        </p:nvSpPr>
        <p:spPr>
          <a:xfrm>
            <a:off x="910004" y="3600216"/>
            <a:ext cx="325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Drip</a:t>
            </a:r>
            <a:r>
              <a:rPr lang="de-DE" dirty="0"/>
              <a:t> und Drain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DA3B8F2-72E0-F469-0BFE-F0EA3A001EBC}"/>
              </a:ext>
            </a:extLst>
          </p:cNvPr>
          <p:cNvSpPr txBox="1"/>
          <p:nvPr/>
        </p:nvSpPr>
        <p:spPr>
          <a:xfrm>
            <a:off x="910004" y="1577349"/>
            <a:ext cx="325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Temperatur und Luftfeuchtigkeit</a:t>
            </a:r>
          </a:p>
        </p:txBody>
      </p:sp>
    </p:spTree>
    <p:extLst>
      <p:ext uri="{BB962C8B-B14F-4D97-AF65-F5344CB8AC3E}">
        <p14:creationId xmlns:p14="http://schemas.microsoft.com/office/powerpoint/2010/main" val="236032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Kommende Arbeitspakete: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770" y="1511040"/>
            <a:ext cx="10515599" cy="4167188"/>
          </a:xfrm>
        </p:spPr>
        <p:txBody>
          <a:bodyPr>
            <a:normAutofit/>
          </a:bodyPr>
          <a:lstStyle/>
          <a:p>
            <a:endParaRPr lang="de-DE" dirty="0"/>
          </a:p>
          <a:p>
            <a:r>
              <a:rPr lang="de-DE" dirty="0"/>
              <a:t>Ändern auf Hardware Counter</a:t>
            </a:r>
          </a:p>
          <a:p>
            <a:r>
              <a:rPr lang="de-DE" dirty="0"/>
              <a:t>Weitere Einarbeitung in </a:t>
            </a:r>
            <a:r>
              <a:rPr lang="de-DE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Einarbeitung Reinforcement Learning</a:t>
            </a:r>
          </a:p>
          <a:p>
            <a:pPr marL="0" indent="0">
              <a:buNone/>
            </a:pPr>
            <a:r>
              <a:rPr lang="de-DE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07.03.2023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0912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Breitbild</PresentationFormat>
  <Paragraphs>32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Ein Machine Learning basiertes Bewässerungssystem im geschützten Erdbeer-Anbau</vt:lpstr>
      <vt:lpstr>Projektziel</vt:lpstr>
      <vt:lpstr>Gewächshaus</vt:lpstr>
      <vt:lpstr>Aufgezeichnete Daten</vt:lpstr>
      <vt:lpstr>Kommende Arbeitspakete: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Nils Böhringer</cp:lastModifiedBy>
  <cp:revision>14</cp:revision>
  <dcterms:created xsi:type="dcterms:W3CDTF">2022-10-13T03:57:49Z</dcterms:created>
  <dcterms:modified xsi:type="dcterms:W3CDTF">2023-03-07T14:53:26Z</dcterms:modified>
</cp:coreProperties>
</file>