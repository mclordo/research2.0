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7" r:id="rId4"/>
    <p:sldId id="268" r:id="rId5"/>
    <p:sldId id="266" r:id="rId6"/>
    <p:sldId id="263" r:id="rId7"/>
    <p:sldId id="264" r:id="rId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32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F88FAE-25FD-9A2F-FDA3-3F66E241BC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6101050-111D-9EF5-6345-37278DE819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6B21888-197F-5FE0-A437-BAA886FB2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22.02.2024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FA475FA-51AC-188D-D1DF-BC5C0D642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682C95F-32C8-8F1D-7791-80F239B29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8676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C30E08-FC7C-A0FB-8227-C3364F453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21C22FA-9569-022A-5116-FF64900C33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8FACDCA-FEC2-541E-E5A3-CD9FDD9CA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22.02.2024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8D26C97-D8E7-9AB0-2F46-BD20CAA71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D7CA2DF-D65A-61A8-B375-82C31BFCC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27937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46EB1C-ECBE-6DC5-3D52-3CF0C0D02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498B53F-46B2-A2A9-AFE0-257442E0B5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824F9BE-1F9F-9493-DEC7-0A2D26412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22.02.2024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9D9049C-2331-2BC0-22FF-91DED9EEA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641DFD2-19C3-843E-34E3-F1909C49C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46453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A44443-A923-DBB1-1408-A652FBDAA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14772E6-6E13-E561-EF58-C7C18C00C6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38C53BD-2FB9-972D-9D04-5B315CF3A9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6C72576-AF91-8ABB-0233-9168A1121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22.02.2024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9E2F1CB-5943-982B-D36D-A4BA6F2AD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7068C72-E0F2-6B69-C189-8119CE069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78443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A487BF-8C51-537C-8936-E2E7F29DA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2C064F5-F32A-B1B0-0449-D2B68A2F1E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4B4CE91-ECB7-0726-DB9A-9F390F9A81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8DDEC7C-1C33-462B-A4F9-1A548FF97E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33CF77E-3AB1-E3CF-79B1-E1CF77C1BB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387EA39-037B-BB24-9DAB-4934CB974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22.02.2024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8376A6A-22E1-10DF-4DDC-88E2ABD7F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4F15F3AC-E465-A50A-F219-AA0CB47E9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04119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2F36A9-BFE5-27A4-96DE-2BAB910A9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7AD8C0E-9EA7-FA82-A7D1-CCB00E8E0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22.02.2024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8C56693-EA35-61FC-D5CB-33FBA780B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90F88D0-EB97-BF1F-BB0A-03A623C2B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85567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A3A5EE4-AA48-2408-D8F3-85C265BAF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22.02.2024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BD76DD2-C788-6BC8-5885-F9ABAEE61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4159A1B-7C8C-F077-94B6-6FCC25744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14545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7EB11B-986A-B128-5A20-C43C0037E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A88E5BB-8224-A693-E9B1-FFB290B53F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B07AA37-745B-701C-FB09-5121CED333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6432B1A-A5EC-0249-F32E-2731F1591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22.02.2024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68AC52F-3CD8-3A14-E007-B3AFE8AD3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BA5FC27-DE4F-9F4A-62FD-D26028DF1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3465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77299B-234D-44BC-DBBA-D12309479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3D300FC7-2079-F991-EEFF-86EF7B7169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A2ED1AC-DDF1-414B-122D-2FFBD3A504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89A04B4-02BD-55B1-21E2-F6E7EBD15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22.02.2024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8846DD1-34C7-EBAB-0B7C-695E0B69E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01E90D7-E646-5DBE-FAE3-6E64C5924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87792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A5625C-DF05-2FD7-0371-92B8857FE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ABB88F1-A6DA-B4BF-5A3B-9E2F65136E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5ED2672-EBA6-473F-9D27-36D985F86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22.02.2024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3FD58A4-66CD-3D05-E905-D1840039C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D855482-8A8E-405F-7DB3-419CA50F9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47162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7061B0F9-62D2-E99B-C8E0-EA535738D9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5334B5E-C661-D80D-F815-17EC572D16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1A18AF6-88F1-D4FA-5CBC-5B90DB03F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22.02.2024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05D5D59-965E-1FD7-161F-4203935E5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291C36F-029B-FC3E-FA29-46A333FB8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96478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7039FBDF-8E86-AED3-3183-EF0A81B02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8457C92-F592-BFEA-FD24-5E1A3556F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DE293E1-9ECC-4325-962E-AFBB96343B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B1F1A1-E683-4AE0-BED5-F2FD613BCC3A}" type="datetimeFigureOut">
              <a:rPr lang="de-DE" smtClean="0"/>
              <a:t>22.02.2024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3BABC50-2E0B-6BE2-9755-C2684FEEC9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19F63A5-4F86-60C4-69CD-BB503D8462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2631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487721-8B38-5C01-7014-034977E4A4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07253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de-DE" dirty="0"/>
              <a:t>Ein </a:t>
            </a:r>
            <a:r>
              <a:rPr lang="de-DE" dirty="0" err="1"/>
              <a:t>Machine</a:t>
            </a:r>
            <a:r>
              <a:rPr lang="de-DE" dirty="0"/>
              <a:t> Learning basiertes Bewässerungssystem im geschützten Erdbeer-Anbau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547A926-9149-A395-6438-A4858C355C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86928"/>
            <a:ext cx="9144000" cy="1655762"/>
          </a:xfrm>
        </p:spPr>
        <p:txBody>
          <a:bodyPr/>
          <a:lstStyle/>
          <a:p>
            <a:endParaRPr lang="de-DE" dirty="0"/>
          </a:p>
          <a:p>
            <a:r>
              <a:rPr lang="de-DE" dirty="0"/>
              <a:t>Nils Böhringer</a:t>
            </a:r>
          </a:p>
        </p:txBody>
      </p:sp>
    </p:spTree>
    <p:extLst>
      <p:ext uri="{BB962C8B-B14F-4D97-AF65-F5344CB8AC3E}">
        <p14:creationId xmlns:p14="http://schemas.microsoft.com/office/powerpoint/2010/main" val="3039924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B7639D-8041-7F3E-427D-AEE0DCBCA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Projektziel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DCD97D1-26C4-72DD-5A3B-944B73DEFA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de-DE" dirty="0"/>
              <a:t>Implementierung eines </a:t>
            </a:r>
            <a:r>
              <a:rPr lang="de-DE" dirty="0" err="1"/>
              <a:t>Machine</a:t>
            </a:r>
            <a:r>
              <a:rPr lang="de-DE" dirty="0"/>
              <a:t> Learning Algorithmus welcher auf Basis des Drain einer Erdbeer-Substartkultur automatisch die Bewässerungszeiten bestimmt</a:t>
            </a:r>
          </a:p>
          <a:p>
            <a:pPr marL="0" indent="0">
              <a:buNone/>
            </a:pPr>
            <a:endParaRPr lang="de-DE" dirty="0"/>
          </a:p>
          <a:p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DE102E8-A847-49D7-4218-745E24100E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5C802FAD-562E-4BE8-B850-EB01E0F3E0DB}" type="datetime1">
              <a:rPr lang="de-DE" smtClean="0"/>
              <a:t>22.02.2024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3A9927F-DDEC-2D65-F0A3-F80268A37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de-DE" dirty="0"/>
              <a:t>Ein </a:t>
            </a:r>
            <a:r>
              <a:rPr lang="de-DE" dirty="0" err="1"/>
              <a:t>Machine</a:t>
            </a:r>
            <a:r>
              <a:rPr lang="de-DE" dirty="0"/>
              <a:t> Learning basiertes Bewässerungssystem im geschützten Erdbeer-Anbau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C513694-CBF0-9FB7-B0A4-9353C3386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C073FD1-58EC-4DE9-9EA3-1DE3CC454F84}" type="slidenum">
              <a:rPr lang="de-DE" smtClean="0"/>
              <a:t>2</a:t>
            </a:fld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89BDE27D-7220-0E5E-3B8D-0DA2795992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529" y="3429000"/>
            <a:ext cx="2976360" cy="2232270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024A3C48-18BE-B349-2A9D-75D7789A92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1521" y="3918891"/>
            <a:ext cx="2377552" cy="125248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Pfeil: nach rechts 12">
            <a:extLst>
              <a:ext uri="{FF2B5EF4-FFF2-40B4-BE49-F238E27FC236}">
                <a16:creationId xmlns:a16="http://schemas.microsoft.com/office/drawing/2014/main" id="{7B25F19E-927C-DA01-3F1B-1E00DF096B91}"/>
              </a:ext>
            </a:extLst>
          </p:cNvPr>
          <p:cNvSpPr/>
          <p:nvPr/>
        </p:nvSpPr>
        <p:spPr>
          <a:xfrm>
            <a:off x="4506794" y="4475401"/>
            <a:ext cx="347636" cy="14067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A074FC76-6784-7D0D-247C-55B14CD2BEC0}"/>
              </a:ext>
            </a:extLst>
          </p:cNvPr>
          <p:cNvSpPr/>
          <p:nvPr/>
        </p:nvSpPr>
        <p:spPr>
          <a:xfrm>
            <a:off x="4952335" y="4100009"/>
            <a:ext cx="1106147" cy="86730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 err="1"/>
              <a:t>LoRa</a:t>
            </a:r>
            <a:r>
              <a:rPr lang="de-DE" dirty="0"/>
              <a:t> Sensor </a:t>
            </a:r>
            <a:r>
              <a:rPr lang="de-DE" dirty="0" err="1"/>
              <a:t>Node</a:t>
            </a:r>
            <a:endParaRPr lang="de-DE" dirty="0"/>
          </a:p>
        </p:txBody>
      </p:sp>
      <p:sp>
        <p:nvSpPr>
          <p:cNvPr id="16" name="Pfeil: nach rechts 15">
            <a:extLst>
              <a:ext uri="{FF2B5EF4-FFF2-40B4-BE49-F238E27FC236}">
                <a16:creationId xmlns:a16="http://schemas.microsoft.com/office/drawing/2014/main" id="{14977348-695B-F84C-C10F-B13DDB4D35D1}"/>
              </a:ext>
            </a:extLst>
          </p:cNvPr>
          <p:cNvSpPr/>
          <p:nvPr/>
        </p:nvSpPr>
        <p:spPr>
          <a:xfrm>
            <a:off x="6156387" y="4474798"/>
            <a:ext cx="347636" cy="14067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C63B17CB-A56A-011F-F8C9-73CD2D7ABEA6}"/>
              </a:ext>
            </a:extLst>
          </p:cNvPr>
          <p:cNvSpPr/>
          <p:nvPr/>
        </p:nvSpPr>
        <p:spPr>
          <a:xfrm>
            <a:off x="6601928" y="4111479"/>
            <a:ext cx="1106147" cy="86730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ML </a:t>
            </a:r>
            <a:r>
              <a:rPr lang="de-DE" dirty="0" err="1"/>
              <a:t>Algorit-hmus</a:t>
            </a:r>
            <a:endParaRPr lang="de-DE" dirty="0"/>
          </a:p>
        </p:txBody>
      </p:sp>
      <p:sp>
        <p:nvSpPr>
          <p:cNvPr id="18" name="Pfeil: nach rechts 17">
            <a:extLst>
              <a:ext uri="{FF2B5EF4-FFF2-40B4-BE49-F238E27FC236}">
                <a16:creationId xmlns:a16="http://schemas.microsoft.com/office/drawing/2014/main" id="{31B5C8F8-B7D9-29C1-19F3-D908DD2CF167}"/>
              </a:ext>
            </a:extLst>
          </p:cNvPr>
          <p:cNvSpPr/>
          <p:nvPr/>
        </p:nvSpPr>
        <p:spPr>
          <a:xfrm>
            <a:off x="7805980" y="4480612"/>
            <a:ext cx="347636" cy="14067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508163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B7639D-8041-7F3E-427D-AEE0DCBCA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Training-</a:t>
            </a:r>
            <a:r>
              <a:rPr lang="de-DE" dirty="0" err="1"/>
              <a:t>Reward</a:t>
            </a:r>
            <a:endParaRPr lang="de-DE" dirty="0"/>
          </a:p>
        </p:txBody>
      </p:sp>
      <p:pic>
        <p:nvPicPr>
          <p:cNvPr id="8" name="Inhaltsplatzhalter 7">
            <a:extLst>
              <a:ext uri="{FF2B5EF4-FFF2-40B4-BE49-F238E27FC236}">
                <a16:creationId xmlns:a16="http://schemas.microsoft.com/office/drawing/2014/main" id="{EB27F981-A8B6-245A-6B5E-F5825AAE63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29266" y="1894183"/>
            <a:ext cx="5296639" cy="3934374"/>
          </a:xfrm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DE102E8-A847-49D7-4218-745E24100E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5C802FAD-562E-4BE8-B850-EB01E0F3E0DB}" type="datetime1">
              <a:rPr lang="de-DE" smtClean="0"/>
              <a:t>22.02.2024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3A9927F-DDEC-2D65-F0A3-F80268A37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de-DE" dirty="0"/>
              <a:t>Ein </a:t>
            </a:r>
            <a:r>
              <a:rPr lang="de-DE" dirty="0" err="1"/>
              <a:t>Machine</a:t>
            </a:r>
            <a:r>
              <a:rPr lang="de-DE" dirty="0"/>
              <a:t> Learning basiertes Bewässerungssystem im geschützten Erdbeer-Anbau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C513694-CBF0-9FB7-B0A4-9353C3386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C073FD1-58EC-4DE9-9EA3-1DE3CC454F84}" type="slidenum">
              <a:rPr lang="de-DE" smtClean="0"/>
              <a:t>3</a:t>
            </a:fld>
            <a:endParaRPr lang="de-DE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98E36347-3189-71F0-1142-1879FE300D06}"/>
              </a:ext>
            </a:extLst>
          </p:cNvPr>
          <p:cNvSpPr txBox="1">
            <a:spLocks/>
          </p:cNvSpPr>
          <p:nvPr/>
        </p:nvSpPr>
        <p:spPr>
          <a:xfrm>
            <a:off x="7238998" y="1825625"/>
            <a:ext cx="411480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 err="1"/>
              <a:t>Reward</a:t>
            </a:r>
            <a:r>
              <a:rPr lang="de-DE" dirty="0"/>
              <a:t> von 10 bei Bewässerung</a:t>
            </a:r>
          </a:p>
          <a:p>
            <a:pPr lvl="1"/>
            <a:r>
              <a:rPr lang="de-DE" dirty="0"/>
              <a:t>2 e-Funktionen</a:t>
            </a:r>
          </a:p>
          <a:p>
            <a:r>
              <a:rPr lang="de-DE" dirty="0" err="1"/>
              <a:t>Epsiode</a:t>
            </a:r>
            <a:r>
              <a:rPr lang="de-DE" dirty="0"/>
              <a:t> 150% von Bewässerungszyklus</a:t>
            </a:r>
          </a:p>
        </p:txBody>
      </p:sp>
    </p:spTree>
    <p:extLst>
      <p:ext uri="{BB962C8B-B14F-4D97-AF65-F5344CB8AC3E}">
        <p14:creationId xmlns:p14="http://schemas.microsoft.com/office/powerpoint/2010/main" val="37117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B7639D-8041-7F3E-427D-AEE0DCBCA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Training-Ergebnisse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DE102E8-A847-49D7-4218-745E24100E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5C802FAD-562E-4BE8-B850-EB01E0F3E0DB}" type="datetime1">
              <a:rPr lang="de-DE" smtClean="0"/>
              <a:t>22.02.2024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3A9927F-DDEC-2D65-F0A3-F80268A37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de-DE" dirty="0"/>
              <a:t>Ein </a:t>
            </a:r>
            <a:r>
              <a:rPr lang="de-DE" dirty="0" err="1"/>
              <a:t>Machine</a:t>
            </a:r>
            <a:r>
              <a:rPr lang="de-DE" dirty="0"/>
              <a:t> Learning basiertes Bewässerungssystem im geschützten Erdbeer-Anbau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C513694-CBF0-9FB7-B0A4-9353C3386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C073FD1-58EC-4DE9-9EA3-1DE3CC454F84}" type="slidenum">
              <a:rPr lang="de-DE" smtClean="0"/>
              <a:t>4</a:t>
            </a:fld>
            <a:endParaRPr lang="de-DE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96D3A987-BB82-B4DD-45E8-D7FE864133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91" y="1474507"/>
            <a:ext cx="5670847" cy="4098341"/>
          </a:xfrm>
          <a:prstGeom prst="rect">
            <a:avLst/>
          </a:prstGeom>
        </p:spPr>
      </p:pic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2AF2AF8D-5CCF-58A2-8E86-33FC3DAADB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38998" y="1825625"/>
            <a:ext cx="4114801" cy="4351338"/>
          </a:xfrm>
        </p:spPr>
        <p:txBody>
          <a:bodyPr/>
          <a:lstStyle/>
          <a:p>
            <a:r>
              <a:rPr lang="de-DE" dirty="0"/>
              <a:t>Anpassung des </a:t>
            </a:r>
            <a:r>
              <a:rPr lang="de-DE" dirty="0" err="1"/>
              <a:t>Conservative</a:t>
            </a:r>
            <a:r>
              <a:rPr lang="de-DE" dirty="0"/>
              <a:t> Q-Learning Skripts an Influx Datenbank</a:t>
            </a:r>
          </a:p>
          <a:p>
            <a:r>
              <a:rPr lang="de-DE" dirty="0"/>
              <a:t>Fehler beim Ausführen CQL Skript, nicht vollständig implementiert</a:t>
            </a:r>
          </a:p>
          <a:p>
            <a:pPr lvl="1"/>
            <a:r>
              <a:rPr lang="de-DE" dirty="0"/>
              <a:t>Schwierig zu Debuggen durch Ray-</a:t>
            </a:r>
            <a:r>
              <a:rPr lang="de-DE" dirty="0" err="1"/>
              <a:t>libary</a:t>
            </a:r>
            <a:endParaRPr lang="de-DE" dirty="0"/>
          </a:p>
        </p:txBody>
      </p:sp>
      <p:pic>
        <p:nvPicPr>
          <p:cNvPr id="9" name="Inhaltsplatzhalter 10">
            <a:extLst>
              <a:ext uri="{FF2B5EF4-FFF2-40B4-BE49-F238E27FC236}">
                <a16:creationId xmlns:a16="http://schemas.microsoft.com/office/drawing/2014/main" id="{26B4D494-8F29-8E98-4EA7-C408DA3C917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310"/>
          <a:stretch/>
        </p:blipFill>
        <p:spPr>
          <a:xfrm>
            <a:off x="440396" y="4787351"/>
            <a:ext cx="2628807" cy="1894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880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B7639D-8041-7F3E-427D-AEE0DCBCA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Training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DCD97D1-26C4-72DD-5A3B-944B73DEFA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22866" y="1828799"/>
            <a:ext cx="3330934" cy="3864335"/>
          </a:xfrm>
        </p:spPr>
        <p:txBody>
          <a:bodyPr/>
          <a:lstStyle/>
          <a:p>
            <a:r>
              <a:rPr lang="de-DE" dirty="0"/>
              <a:t>Trainierten Modelle haben zwei Outputs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DE102E8-A847-49D7-4218-745E24100E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5C802FAD-562E-4BE8-B850-EB01E0F3E0DB}" type="datetime1">
              <a:rPr lang="de-DE" smtClean="0"/>
              <a:t>22.02.2024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3A9927F-DDEC-2D65-F0A3-F80268A37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de-DE" dirty="0"/>
              <a:t>Ein </a:t>
            </a:r>
            <a:r>
              <a:rPr lang="de-DE" dirty="0" err="1"/>
              <a:t>Machine</a:t>
            </a:r>
            <a:r>
              <a:rPr lang="de-DE" dirty="0"/>
              <a:t> Learning basiertes Bewässerungssystem im geschützten Erdbeer-Anbau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C513694-CBF0-9FB7-B0A4-9353C3386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C073FD1-58EC-4DE9-9EA3-1DE3CC454F84}" type="slidenum">
              <a:rPr lang="de-DE" smtClean="0"/>
              <a:t>5</a:t>
            </a:fld>
            <a:endParaRPr lang="de-DE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7A96638-87D1-D247-A1C2-E1019CB76C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388" y="1924790"/>
            <a:ext cx="7182852" cy="3696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89253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B7639D-8041-7F3E-427D-AEE0DCBCA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Training- anderer Ansatz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DCD97D1-26C4-72DD-5A3B-944B73DEFA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599" cy="4351338"/>
          </a:xfrm>
        </p:spPr>
        <p:txBody>
          <a:bodyPr/>
          <a:lstStyle/>
          <a:p>
            <a:r>
              <a:rPr lang="de-DE" dirty="0"/>
              <a:t>Probleme:</a:t>
            </a:r>
          </a:p>
          <a:p>
            <a:pPr lvl="1"/>
            <a:r>
              <a:rPr lang="de-DE" dirty="0"/>
              <a:t>Kleines Datenset</a:t>
            </a:r>
          </a:p>
          <a:p>
            <a:pPr lvl="1"/>
            <a:r>
              <a:rPr lang="de-DE" dirty="0"/>
              <a:t>Nur Ideals-Verhalten -&gt; keinen negativen </a:t>
            </a:r>
            <a:r>
              <a:rPr lang="de-DE" dirty="0" err="1"/>
              <a:t>Reward</a:t>
            </a:r>
            <a:endParaRPr lang="de-DE" dirty="0"/>
          </a:p>
          <a:p>
            <a:r>
              <a:rPr lang="de-DE" dirty="0"/>
              <a:t>Action entspricht der Zeit bis zur nächsten Bewässerung</a:t>
            </a:r>
          </a:p>
          <a:p>
            <a:r>
              <a:rPr lang="de-DE" dirty="0"/>
              <a:t>Training passiert online</a:t>
            </a:r>
          </a:p>
          <a:p>
            <a:r>
              <a:rPr lang="de-DE" dirty="0" err="1"/>
              <a:t>Reward</a:t>
            </a:r>
            <a:r>
              <a:rPr lang="de-DE" dirty="0"/>
              <a:t> wird nach jedem Sample gegeben entsprechend der Abweichung der Zeiten</a:t>
            </a:r>
          </a:p>
          <a:p>
            <a:r>
              <a:rPr lang="de-DE" dirty="0"/>
              <a:t>Episoden mehrfach verwenden</a:t>
            </a:r>
          </a:p>
          <a:p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DE102E8-A847-49D7-4218-745E24100E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5C802FAD-562E-4BE8-B850-EB01E0F3E0DB}" type="datetime1">
              <a:rPr lang="de-DE" smtClean="0"/>
              <a:t>22.02.2024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3A9927F-DDEC-2D65-F0A3-F80268A37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de-DE" dirty="0"/>
              <a:t>Ein </a:t>
            </a:r>
            <a:r>
              <a:rPr lang="de-DE" dirty="0" err="1"/>
              <a:t>Machine</a:t>
            </a:r>
            <a:r>
              <a:rPr lang="de-DE" dirty="0"/>
              <a:t> Learning basiertes Bewässerungssystem im geschützten Erdbeer-Anbau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C513694-CBF0-9FB7-B0A4-9353C3386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C073FD1-58EC-4DE9-9EA3-1DE3CC454F84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351619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B7639D-8041-7F3E-427D-AEE0DCBCA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Zeitplan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DE102E8-A847-49D7-4218-745E24100E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5C802FAD-562E-4BE8-B850-EB01E0F3E0DB}" type="datetime1">
              <a:rPr lang="de-DE" smtClean="0"/>
              <a:t>22.02.2024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3A9927F-DDEC-2D65-F0A3-F80268A37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de-DE" dirty="0"/>
              <a:t>Ein </a:t>
            </a:r>
            <a:r>
              <a:rPr lang="de-DE" dirty="0" err="1"/>
              <a:t>Machine</a:t>
            </a:r>
            <a:r>
              <a:rPr lang="de-DE" dirty="0"/>
              <a:t> Learning basiertes Bewässerungssystem im geschützten Erdbeer-Anbau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C513694-CBF0-9FB7-B0A4-9353C3386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C073FD1-58EC-4DE9-9EA3-1DE3CC454F84}" type="slidenum">
              <a:rPr lang="de-DE" smtClean="0"/>
              <a:t>7</a:t>
            </a:fld>
            <a:endParaRPr lang="de-DE"/>
          </a:p>
        </p:txBody>
      </p:sp>
      <p:graphicFrame>
        <p:nvGraphicFramePr>
          <p:cNvPr id="7" name="Tabelle 6">
            <a:extLst>
              <a:ext uri="{FF2B5EF4-FFF2-40B4-BE49-F238E27FC236}">
                <a16:creationId xmlns:a16="http://schemas.microsoft.com/office/drawing/2014/main" id="{EC585662-BAD1-0B75-10CC-AA7EC5C697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1769367"/>
              </p:ext>
            </p:extLst>
          </p:nvPr>
        </p:nvGraphicFramePr>
        <p:xfrm>
          <a:off x="2675329" y="2409011"/>
          <a:ext cx="6235700" cy="1676400"/>
        </p:xfrm>
        <a:graphic>
          <a:graphicData uri="http://schemas.openxmlformats.org/drawingml/2006/table">
            <a:tbl>
              <a:tblPr/>
              <a:tblGrid>
                <a:gridCol w="2133600">
                  <a:extLst>
                    <a:ext uri="{9D8B030D-6E8A-4147-A177-3AD203B41FA5}">
                      <a16:colId xmlns:a16="http://schemas.microsoft.com/office/drawing/2014/main" val="369936859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3612222965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3072686003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3187812605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2647212643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4034622294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414483663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757799323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168388377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3798059533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3455010374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720432381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3668080486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564936162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3815442560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3773229422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2843357555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2644681696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Arbeitspakete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 Jan.</a:t>
                      </a:r>
                    </a:p>
                  </a:txBody>
                  <a:tcPr marL="9525" marR="9525" marT="9525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15. Jan.</a:t>
                      </a:r>
                    </a:p>
                  </a:txBody>
                  <a:tcPr marL="9525" marR="9525" marT="9525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22. Jan.</a:t>
                      </a:r>
                    </a:p>
                  </a:txBody>
                  <a:tcPr marL="9525" marR="9525" marT="9525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29. Jan.</a:t>
                      </a:r>
                    </a:p>
                  </a:txBody>
                  <a:tcPr marL="9525" marR="9525" marT="9525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 Feb.</a:t>
                      </a:r>
                    </a:p>
                  </a:txBody>
                  <a:tcPr marL="9525" marR="9525" marT="9525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12. Feb.</a:t>
                      </a:r>
                    </a:p>
                  </a:txBody>
                  <a:tcPr marL="9525" marR="9525" marT="9525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19. Feb.</a:t>
                      </a:r>
                    </a:p>
                  </a:txBody>
                  <a:tcPr marL="9525" marR="9525" marT="9525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26. Feb.</a:t>
                      </a:r>
                    </a:p>
                  </a:txBody>
                  <a:tcPr marL="9525" marR="9525" marT="9525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 Mrz.</a:t>
                      </a:r>
                    </a:p>
                  </a:txBody>
                  <a:tcPr marL="9525" marR="9525" marT="9525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 Mrz.</a:t>
                      </a:r>
                    </a:p>
                  </a:txBody>
                  <a:tcPr marL="9525" marR="9525" marT="9525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18. Mrz.</a:t>
                      </a:r>
                    </a:p>
                  </a:txBody>
                  <a:tcPr marL="9525" marR="9525" marT="9525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25. Mrz.</a:t>
                      </a:r>
                    </a:p>
                  </a:txBody>
                  <a:tcPr marL="9525" marR="9525" marT="9525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 Apr.</a:t>
                      </a:r>
                    </a:p>
                  </a:txBody>
                  <a:tcPr marL="9525" marR="9525" marT="9525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 Apr.</a:t>
                      </a:r>
                    </a:p>
                  </a:txBody>
                  <a:tcPr marL="9525" marR="9525" marT="9525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15. Apr.</a:t>
                      </a:r>
                    </a:p>
                  </a:txBody>
                  <a:tcPr marL="9525" marR="9525" marT="9525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22. Apr.</a:t>
                      </a:r>
                    </a:p>
                  </a:txBody>
                  <a:tcPr marL="9525" marR="9525" marT="9525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29. Apr.</a:t>
                      </a:r>
                    </a:p>
                  </a:txBody>
                  <a:tcPr marL="9525" marR="9525" marT="9525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289847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Training Modell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 dirty="0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260976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Validierung Modell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43508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Integration Bodensee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615269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Paper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F4B084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F4B084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F4B084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F4B084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F4B084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F4B084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F4B084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F4B084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049466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Dokumentation/Meetings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D9E1F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D9E1F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D9E1F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D9E1F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D9E1F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298067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D9E1F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D9E1F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D9E1F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D9E1F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 dirty="0">
                          <a:solidFill>
                            <a:srgbClr val="D9E1F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0800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10777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355</Words>
  <Application>Microsoft Office PowerPoint</Application>
  <PresentationFormat>Breitbild</PresentationFormat>
  <Paragraphs>170</Paragraphs>
  <Slides>7</Slides>
  <Notes>0</Notes>
  <HiddenSlides>1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</vt:lpstr>
      <vt:lpstr>Ein Machine Learning basiertes Bewässerungssystem im geschützten Erdbeer-Anbau</vt:lpstr>
      <vt:lpstr>Projektziel</vt:lpstr>
      <vt:lpstr>Training-Reward</vt:lpstr>
      <vt:lpstr>Training-Ergebnisse</vt:lpstr>
      <vt:lpstr>Training</vt:lpstr>
      <vt:lpstr>Training- anderer Ansatz</vt:lpstr>
      <vt:lpstr>Zeitplan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Ein Machine Learning basiertes Bewässerungssystem im geschützten Erdbeer-Anbau</dc:title>
  <dc:creator>Nils Boehringer</dc:creator>
  <cp:lastModifiedBy>Boehringer, Nils</cp:lastModifiedBy>
  <cp:revision>6</cp:revision>
  <dcterms:created xsi:type="dcterms:W3CDTF">2022-10-13T03:57:49Z</dcterms:created>
  <dcterms:modified xsi:type="dcterms:W3CDTF">2024-02-22T11:04:24Z</dcterms:modified>
</cp:coreProperties>
</file>