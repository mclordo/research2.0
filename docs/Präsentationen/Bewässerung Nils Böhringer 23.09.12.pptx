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66" r:id="rId5"/>
    <p:sldId id="268" r:id="rId6"/>
    <p:sldId id="265" r:id="rId7"/>
    <p:sldId id="267" r:id="rId8"/>
    <p:sldId id="262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2" y="1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28.09.2023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28.09.2023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28.09.2023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28.09.2023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28.09.2023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28.09.2023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28.09.2023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28.09.2023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28.09.2023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28.09.2023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28.09.2023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F1A1-E683-4AE0-BED5-F2FD613BCC3A}" type="datetimeFigureOut">
              <a:rPr lang="de-DE" smtClean="0"/>
              <a:t>28.09.2023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28.09.2023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6578BF-FD27-826F-6A83-1F1C49AB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Dataset/Rohdaten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4462C5D6-CC29-C5CC-C074-686223724CFD}"/>
              </a:ext>
            </a:extLst>
          </p:cNvPr>
          <p:cNvSpPr txBox="1">
            <a:spLocks/>
          </p:cNvSpPr>
          <p:nvPr/>
        </p:nvSpPr>
        <p:spPr>
          <a:xfrm>
            <a:off x="7702826" y="1860964"/>
            <a:ext cx="44891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ca. 800 Datenpunkte pro Tag</a:t>
            </a:r>
          </a:p>
          <a:p>
            <a:pPr lvl="1"/>
            <a:r>
              <a:rPr lang="de-DE" dirty="0"/>
              <a:t>skaliert</a:t>
            </a:r>
          </a:p>
          <a:p>
            <a:pPr lvl="1"/>
            <a:endParaRPr lang="de-DE" dirty="0"/>
          </a:p>
          <a:p>
            <a:r>
              <a:rPr lang="de-DE" dirty="0"/>
              <a:t>Tage händisch aussortiert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5A7E283-D1F5-635B-367D-3ED027035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92" y="1956904"/>
            <a:ext cx="6970785" cy="3528797"/>
          </a:xfrm>
          <a:prstGeom prst="rect">
            <a:avLst/>
          </a:prstGeom>
        </p:spPr>
      </p:pic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C0F3476-E533-F2E9-2A1D-58C5AA4D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28.09.2023</a:t>
            </a:fld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371098A5-2180-F07E-F917-CA7ABC52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0902ABFF-38A6-0064-E43C-E4D36D309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9752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6578BF-FD27-826F-6A83-1F1C49AB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Dataset/</a:t>
            </a:r>
            <a:r>
              <a:rPr lang="de-DE" dirty="0" err="1"/>
              <a:t>Epidsoden</a:t>
            </a:r>
            <a:endParaRPr lang="de-DE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4462C5D6-CC29-C5CC-C074-686223724CFD}"/>
              </a:ext>
            </a:extLst>
          </p:cNvPr>
          <p:cNvSpPr txBox="1">
            <a:spLocks/>
          </p:cNvSpPr>
          <p:nvPr/>
        </p:nvSpPr>
        <p:spPr>
          <a:xfrm>
            <a:off x="7702826" y="1860964"/>
            <a:ext cx="44891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Episode</a:t>
            </a:r>
          </a:p>
          <a:p>
            <a:pPr lvl="1"/>
            <a:r>
              <a:rPr lang="de-DE" dirty="0"/>
              <a:t>Bis zur nächsten Bewässerung</a:t>
            </a:r>
          </a:p>
          <a:p>
            <a:pPr lvl="1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5A7E283-D1F5-635B-367D-3ED027035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92" y="1956904"/>
            <a:ext cx="6970785" cy="352879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D42369F-7121-57F7-BF92-A0E42D497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92" y="1956904"/>
            <a:ext cx="6970785" cy="3528797"/>
          </a:xfrm>
          <a:prstGeom prst="rect">
            <a:avLst/>
          </a:prstGeom>
        </p:spPr>
      </p:pic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6C512E17-AA1F-941D-6177-255CBFFD76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28.09.2023</a:t>
            </a:fld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FFDD860B-9782-F8A4-77BD-531E5F15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1ED5B87E-25A7-A3E0-2B86-07A3A96C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5825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6578BF-FD27-826F-6A83-1F1C49AB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Dataset/Aufteilung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4462C5D6-CC29-C5CC-C074-686223724CFD}"/>
              </a:ext>
            </a:extLst>
          </p:cNvPr>
          <p:cNvSpPr txBox="1">
            <a:spLocks/>
          </p:cNvSpPr>
          <p:nvPr/>
        </p:nvSpPr>
        <p:spPr>
          <a:xfrm>
            <a:off x="7702826" y="1860964"/>
            <a:ext cx="44891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Episoden</a:t>
            </a:r>
          </a:p>
          <a:p>
            <a:pPr lvl="1"/>
            <a:r>
              <a:rPr lang="de-DE" dirty="0"/>
              <a:t>werden gespeichert</a:t>
            </a:r>
          </a:p>
          <a:p>
            <a:pPr lvl="1"/>
            <a:r>
              <a:rPr lang="de-DE" dirty="0"/>
              <a:t>Bessere Nachvollziehbarkeit</a:t>
            </a:r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A30EC9B-775B-4CDF-935D-65E02D135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35" y="2297527"/>
            <a:ext cx="3705225" cy="391477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1FD73CA-9678-E376-427E-38C55EFB1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175" y="3772452"/>
            <a:ext cx="3865135" cy="1920413"/>
          </a:xfrm>
          <a:prstGeom prst="rect">
            <a:avLst/>
          </a:prstGeom>
        </p:spPr>
      </p:pic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9156F15E-4A27-3E94-48C9-1768FCDBDD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28.09.2023</a:t>
            </a:fld>
            <a:endParaRPr lang="de-DE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39C5C445-8069-C286-A352-34C6DBFF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E6C14D2C-D47F-625E-C046-F7922A64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06846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0894AB-B91C-6EF6-CC41-891599902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Observation/Action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53ED0DA7-E6FE-7D43-C093-6C6FC17B41F2}"/>
              </a:ext>
            </a:extLst>
          </p:cNvPr>
          <p:cNvSpPr txBox="1">
            <a:spLocks/>
          </p:cNvSpPr>
          <p:nvPr/>
        </p:nvSpPr>
        <p:spPr>
          <a:xfrm>
            <a:off x="6864626" y="1825625"/>
            <a:ext cx="44891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Observation</a:t>
            </a:r>
          </a:p>
          <a:p>
            <a:pPr lvl="1"/>
            <a:r>
              <a:rPr lang="de-DE" dirty="0"/>
              <a:t>5 Kombinationen</a:t>
            </a:r>
          </a:p>
          <a:p>
            <a:endParaRPr lang="de-DE" dirty="0"/>
          </a:p>
          <a:p>
            <a:r>
              <a:rPr lang="de-DE" dirty="0"/>
              <a:t>Action</a:t>
            </a:r>
          </a:p>
          <a:p>
            <a:pPr lvl="1"/>
            <a:r>
              <a:rPr lang="de-DE" dirty="0" err="1"/>
              <a:t>Continuous</a:t>
            </a:r>
            <a:endParaRPr lang="de-DE" dirty="0"/>
          </a:p>
          <a:p>
            <a:pPr lvl="1"/>
            <a:r>
              <a:rPr lang="de-DE" dirty="0"/>
              <a:t>Sekunden bis zur nächsten Bewässerung</a:t>
            </a:r>
          </a:p>
          <a:p>
            <a:pPr lvl="1"/>
            <a:r>
              <a:rPr lang="de-DE" dirty="0"/>
              <a:t>Einfache Handhabung mit </a:t>
            </a:r>
            <a:r>
              <a:rPr lang="de-DE" dirty="0" err="1"/>
              <a:t>Reward</a:t>
            </a:r>
            <a:r>
              <a:rPr lang="de-DE" dirty="0"/>
              <a:t>-Funktion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77B8F05-9128-7420-C119-7C3AE0D58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602" y="2607296"/>
            <a:ext cx="3886400" cy="1949550"/>
          </a:xfrm>
          <a:prstGeom prst="rect">
            <a:avLst/>
          </a:prstGeom>
        </p:spPr>
      </p:pic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7A89EDA8-33DF-DDBD-5027-9D7E3C1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28.09.2023</a:t>
            </a:fld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F8A401FD-2006-88BA-73D3-9D27AA12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D5E78C2C-33C0-D4DA-317D-DD25FD15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78673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0894AB-B91C-6EF6-CC41-891599902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Aktuelle Hürden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7ECE579-4304-2065-DA3B-DA8C3AD2C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58" y="4624158"/>
            <a:ext cx="7376486" cy="147303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7E6C6EC-D9E8-A01D-0866-4BAD85416C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5702" b="17727"/>
          <a:stretch/>
        </p:blipFill>
        <p:spPr>
          <a:xfrm>
            <a:off x="467558" y="1497326"/>
            <a:ext cx="4059199" cy="304192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7371F4F-5DFF-52CA-7BCC-15EC2D364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737" y="1491151"/>
            <a:ext cx="2223495" cy="3048102"/>
          </a:xfrm>
          <a:prstGeom prst="rect">
            <a:avLst/>
          </a:prstGeom>
        </p:spPr>
      </p:pic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865313B-0E53-AC36-1604-1F8A15EF1A58}"/>
              </a:ext>
            </a:extLst>
          </p:cNvPr>
          <p:cNvSpPr txBox="1">
            <a:spLocks/>
          </p:cNvSpPr>
          <p:nvPr/>
        </p:nvSpPr>
        <p:spPr>
          <a:xfrm>
            <a:off x="7456556" y="1497326"/>
            <a:ext cx="44891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Proxmox</a:t>
            </a:r>
            <a:r>
              <a:rPr lang="de-DE" dirty="0"/>
              <a:t> Server</a:t>
            </a:r>
          </a:p>
          <a:p>
            <a:pPr lvl="1"/>
            <a:r>
              <a:rPr lang="de-DE" dirty="0"/>
              <a:t>Laptop hat keine Grafikkarte</a:t>
            </a:r>
          </a:p>
          <a:p>
            <a:pPr lvl="1"/>
            <a:r>
              <a:rPr lang="de-DE" dirty="0"/>
              <a:t>Tesla P4 -&gt; </a:t>
            </a:r>
            <a:r>
              <a:rPr lang="de-DE" dirty="0" err="1"/>
              <a:t>vGPU</a:t>
            </a:r>
            <a:r>
              <a:rPr lang="de-DE" dirty="0"/>
              <a:t> Quadro P6000</a:t>
            </a:r>
          </a:p>
          <a:p>
            <a:pPr lvl="1"/>
            <a:endParaRPr lang="de-DE" dirty="0"/>
          </a:p>
          <a:p>
            <a:r>
              <a:rPr lang="de-DE" dirty="0"/>
              <a:t>Windows VM</a:t>
            </a:r>
          </a:p>
          <a:p>
            <a:pPr lvl="1"/>
            <a:r>
              <a:rPr lang="de-DE" dirty="0" err="1"/>
              <a:t>Cuda</a:t>
            </a:r>
            <a:r>
              <a:rPr lang="de-DE" dirty="0"/>
              <a:t>-Driver Probleme</a:t>
            </a:r>
          </a:p>
          <a:p>
            <a:pPr lvl="1"/>
            <a:r>
              <a:rPr lang="de-DE" dirty="0"/>
              <a:t>GPU wird erkannt von </a:t>
            </a:r>
            <a:r>
              <a:rPr lang="de-DE" dirty="0" err="1"/>
              <a:t>Tensorflow</a:t>
            </a:r>
            <a:endParaRPr lang="de-DE" dirty="0"/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73086F68-0763-D635-81FD-8232D38259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28.09.2023</a:t>
            </a:fld>
            <a:endParaRPr lang="de-DE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20283E17-CB4E-EA74-4AEE-0B4EB192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C31D3139-F708-8F59-FFB0-CAA35012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8203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Research Management Ausarbeitung</a:t>
            </a:r>
          </a:p>
          <a:p>
            <a:r>
              <a:rPr lang="de-DE" dirty="0"/>
              <a:t>Ubuntu VM aufsetzen</a:t>
            </a:r>
          </a:p>
          <a:p>
            <a:r>
              <a:rPr lang="de-DE" dirty="0"/>
              <a:t>Agent trainieren</a:t>
            </a:r>
          </a:p>
          <a:p>
            <a:r>
              <a:rPr lang="de-DE" dirty="0"/>
              <a:t>Zeitplan erstellen -&gt; bis März fertig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28.09.2023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8256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Breitbild</PresentationFormat>
  <Paragraphs>61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</vt:lpstr>
      <vt:lpstr>Ein Machine Learning basiertes Bewässerungssystem im geschützten Erdbeer-Anbau</vt:lpstr>
      <vt:lpstr>Projektziel</vt:lpstr>
      <vt:lpstr>Dataset/Rohdaten</vt:lpstr>
      <vt:lpstr>Dataset/Epidsoden</vt:lpstr>
      <vt:lpstr>Dataset/Aufteilung</vt:lpstr>
      <vt:lpstr>Observation/Action</vt:lpstr>
      <vt:lpstr>Aktuelle Hürden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Nils Böhringer</cp:lastModifiedBy>
  <cp:revision>5</cp:revision>
  <dcterms:created xsi:type="dcterms:W3CDTF">2022-10-13T03:57:49Z</dcterms:created>
  <dcterms:modified xsi:type="dcterms:W3CDTF">2023-09-28T09:57:12Z</dcterms:modified>
</cp:coreProperties>
</file>